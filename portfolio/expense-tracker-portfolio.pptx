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-1512" y="-112"/>
      </p:cViewPr>
      <p:guideLst>
        <p:guide orient="horz" pos="215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slide" Target="slides/slide11.xml"  /><Relationship Id="rId13" Type="http://schemas.openxmlformats.org/officeDocument/2006/relationships/slide" Target="slides/slide12.xml"  /><Relationship Id="rId14" Type="http://schemas.openxmlformats.org/officeDocument/2006/relationships/slide" Target="slides/slide13.xml"  /><Relationship Id="rId15" Type="http://schemas.openxmlformats.org/officeDocument/2006/relationships/slide" Target="slides/slide14.xml"  /><Relationship Id="rId16" Type="http://schemas.openxmlformats.org/officeDocument/2006/relationships/slide" Target="slides/slide15.xml"  /><Relationship Id="rId17" Type="http://schemas.openxmlformats.org/officeDocument/2006/relationships/slide" Target="slides/slide16.xml"  /><Relationship Id="rId18" Type="http://schemas.openxmlformats.org/officeDocument/2006/relationships/slide" Target="slides/slide17.xml"  /><Relationship Id="rId19" Type="http://schemas.openxmlformats.org/officeDocument/2006/relationships/presProps" Target="presProps.xml"  /><Relationship Id="rId2" Type="http://schemas.openxmlformats.org/officeDocument/2006/relationships/slide" Target="slides/slide1.xml"  /><Relationship Id="rId20" Type="http://schemas.openxmlformats.org/officeDocument/2006/relationships/viewProps" Target="viewProps.xml"  /><Relationship Id="rId21" Type="http://schemas.openxmlformats.org/officeDocument/2006/relationships/theme" Target="theme/theme1.xml"  /><Relationship Id="rId22" Type="http://schemas.openxmlformats.org/officeDocument/2006/relationships/tableStyles" Target="tableStyles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Relationship Id="rId5" Type="http://schemas.openxmlformats.org/officeDocument/2006/relationships/image" Target="../media/image2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기획 의도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소비 패턴을 파악하기 어렵다는 문제를 실제 서비스로 풀어보고 싶었음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2607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89864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1 — 풀사이클 경험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012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기획 → 설계 → 구현 → 배포까지, 정적 프로토타입(localStorage)에서 실제 백엔드(Supabase) 연동까지 전 과정을 직접 다뤄보기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7763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592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95020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2 — 역할 기반 서비스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6168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고객/관리자 역할을 분리하고, 권한에 따라 다른 화면·데이터 접근을 설계하는 연습 (RLS 기반 인가 포함)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029198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6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00176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목표 3 — 커뮤니티로 기능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41324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 관리라는 단일 기능에서 게시판을 더해, 사용자 리텐션까지 고려한 기능 확장을 연습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300" b="1">
                <a:solidFill>
                  <a:srgbClr val="0f766e"/>
                </a:solidFill>
                <a:latin typeface="맑은 고딕"/>
              </a:rPr>
              <a:t>TECH STACK</a:t>
            </a:r>
            <a:endParaRPr sz="1300" b="1">
              <a:solidFill>
                <a:srgbClr val="0f766e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2800" b="1">
                <a:solidFill>
                  <a:srgbClr val="1f2e2a"/>
                </a:solidFill>
                <a:latin typeface="맑은 고딕"/>
              </a:rPr>
              <a:t>기술 스택</a:t>
            </a:r>
            <a:endParaRPr sz="2800" b="1">
              <a:solidFill>
                <a:srgbClr val="1f2e2a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sz="1500" b="1">
                <a:solidFill>
                  <a:srgbClr val="ffffff"/>
                </a:solidFill>
                <a:latin typeface="맑은 고딕"/>
              </a:rPr>
              <a:t>Frontend</a:t>
            </a:r>
            <a:endParaRPr sz="15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HTML5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2240280" cy="308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CSS3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2240280" cy="3028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Vanilla JavaScript 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2900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Rectangle 12"/>
          <p:cNvSpPr/>
          <p:nvPr/>
        </p:nvSpPr>
        <p:spPr>
          <a:xfrm>
            <a:off x="342900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342900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sz="1500" b="1">
                <a:solidFill>
                  <a:srgbClr val="ffffff"/>
                </a:solidFill>
                <a:latin typeface="맑은 고딕"/>
              </a:rPr>
              <a:t>Backend &amp; DB</a:t>
            </a:r>
            <a:endParaRPr sz="15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1188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Supabase (PostgreSQL 17)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1188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Supabase Auth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1188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Row Level Security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1792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Rectangle 18"/>
          <p:cNvSpPr/>
          <p:nvPr/>
        </p:nvSpPr>
        <p:spPr>
          <a:xfrm>
            <a:off x="621792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621792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sz="1500" b="1">
                <a:solidFill>
                  <a:srgbClr val="ffffff"/>
                </a:solidFill>
                <a:latin typeface="맑은 고딕"/>
              </a:rPr>
              <a:t>협업 &amp; 배포</a:t>
            </a:r>
            <a:endParaRPr sz="15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Git / GitHub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GitHub CLI (gh)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PR 기반 브랜치 전략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9006840" y="1828800"/>
            <a:ext cx="26060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5" name="Rectangle 24"/>
          <p:cNvSpPr/>
          <p:nvPr/>
        </p:nvSpPr>
        <p:spPr>
          <a:xfrm>
            <a:off x="9006840" y="1828800"/>
            <a:ext cx="2606040" cy="5029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9006840" y="1947672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sz="1500" b="1">
                <a:solidFill>
                  <a:srgbClr val="ffffff"/>
                </a:solidFill>
                <a:latin typeface="맑은 고딕"/>
              </a:rPr>
              <a:t>검증 &amp; 문서화</a:t>
            </a:r>
            <a:endParaRPr sz="1500" b="1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89720" y="256032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Playwright (E2E 검증)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189720" y="333756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python-pptx (발표자료 자동화)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189720" y="411480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250" b="0">
                <a:solidFill>
                  <a:srgbClr val="4b6259"/>
                </a:solidFill>
                <a:latin typeface="맑은 고딕"/>
              </a:rPr>
              <a:t>• Mermaid (ERD 다이어그램)</a:t>
            </a:r>
            <a:endParaRPr sz="1250" b="0">
              <a:solidFill>
                <a:srgbClr val="4b6259"/>
              </a:solidFill>
              <a:latin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l">
              <a:lnSpc>
                <a:spcPct val="115000"/>
              </a:lnSpc>
              <a:defRPr/>
            </a:pPr>
            <a:r>
              <a:rPr sz="1000" b="0">
                <a:solidFill>
                  <a:srgbClr val="6e8880"/>
                </a:solidFill>
                <a:latin typeface="맑은 고딕"/>
              </a:rPr>
              <a:t>EXPENSE TRACKER · PORTFOLIO</a:t>
            </a:r>
            <a:endParaRPr sz="1000" b="0">
              <a:solidFill>
                <a:srgbClr val="6e8880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0" algn="r">
              <a:lnSpc>
                <a:spcPct val="115000"/>
              </a:lnSpc>
              <a:defRPr/>
            </a:pPr>
            <a:r>
              <a:rPr sz="1000" b="0">
                <a:solidFill>
                  <a:srgbClr val="6e8880"/>
                </a:solidFill>
                <a:latin typeface="맑은 고딕"/>
              </a:rPr>
              <a:t>7</a:t>
            </a:r>
            <a:endParaRPr sz="1000" b="0">
              <a:solidFill>
                <a:srgbClr val="6e8880"/>
              </a:solidFill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494" y="1600200"/>
            <a:ext cx="385597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시연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회원가입 → 로그인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이메일/비밀번호로 가입 후 즉시 자동 로그인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889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072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614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지출 등록 → 목록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729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지출을 등록하고 목록에서 기간·카테고리 필터, 페이지네이션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7033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6758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통계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0873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통계 페이지에서 카테고리 비중을 도넛·막대 차트로 토글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6177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360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5902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게시판 이용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0017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절약 팁 글쓰기 → 댓글 작성, 본인 글/댓글만 삭제 가능한지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321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504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5046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관리자 기능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9161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관리자 로그인 → 전체 통계 → 회원 정지/해제 → 게시판 모더레이션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TROUBLESHOOTING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문제 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RLS 무한 재귀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profiles 정책 안에서 profiles.role을 다시 조회하며 재귀 발생 → 해결: SECURITY DEFINER 함수 is_admin()으로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내부 함수의 의도치 않은 RPC 노출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handle_new_user·is_admin이 anon/authenticated에서 직접 호출 가능 (Security Advisor 경고) → 해결: REVOKE EXECUTE로 불필요한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스크린샷 데이터 "0원" 표시 버그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시드 스크립트의 월 계산 로직 오류로 "이번 달" 데이터가 비어 보임 → 해결: 날짜 생성 로직을 오늘 날짜 기준으로 수정 후 Playwright로 재검증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백그라운드 로컬 서버 연결 끊김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원인: 서브셸에서 띄운 서버가 셸 종료와 함께 죽어 다음 명령에서 연결 거부 → 해결: nohup + disown으로 셸과 분리해 지속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개선점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관리자 인증 전환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하드코딩된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프론트엔드 연동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현재 localStorage로 유지 중인 js/utils.js를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모더레이션 강화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신고/차단 기능을 추가해 커뮤니티 관리 수준을 높임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관리자 대시보드 확장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실시간 통계·알림 기능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— 배운 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7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931</ep:Words>
  <ep:PresentationFormat>On-screen Show (4:3)</ep:PresentationFormat>
  <ep:Paragraphs>205</ep:Paragraphs>
  <ep:Slides>17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ep:HeadingPairs>
  <ep:TitlesOfParts>
    <vt:vector size="18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rklsh</cp:lastModifiedBy>
  <dcterms:modified xsi:type="dcterms:W3CDTF">2026-07-14T07:16:55.868</dcterms:modified>
  <cp:revision>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