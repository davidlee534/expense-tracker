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 → auth.users)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email (unique)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role: customer |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status: active | suspended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created_at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expenses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user_id (FK → profiles)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category_id (FK → categories)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amount (numeric, &gt;0)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memo · created_at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920240"/>
            <a:ext cx="3246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920240"/>
            <a:ext cx="324612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5146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(text, PK)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825496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 / icon / color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136392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고정 8종 · 읽기 전용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447288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(CRUD 없음, seed 데이터)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1:N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N:1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