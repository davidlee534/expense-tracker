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게시판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절약 팁을 자유롭게 작성·검색하고 댓글로 소통, 본인 글/댓글만 삭제 가능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게시글 검색, 부적절한 글 삭제 (모더레이션)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44" y="1783080"/>
            <a:ext cx="3547872" cy="4434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