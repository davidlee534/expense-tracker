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페이지네이션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지출 내역이 쌓여도 페이지당 10건씩 표시, 필터 변경 시 1페이지로 자동 리셋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828800"/>
            <a:ext cx="50292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8880"/>
                </a:solidFill>
                <a:latin typeface="Malgun Gothic"/>
              </a:rPr>
              <a:t>이번 달 지출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3317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F766E"/>
                </a:solidFill>
                <a:latin typeface="Malgun Gothic"/>
              </a:rPr>
              <a:t>1,284,000원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2004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식비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255264"/>
            <a:ext cx="3291840" cy="256032"/>
          </a:xfrm>
          <a:prstGeom prst="rect">
            <a:avLst/>
          </a:prstGeom>
          <a:solidFill>
            <a:srgbClr val="E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3255264"/>
            <a:ext cx="2798064" cy="25603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3822192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교통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877056"/>
            <a:ext cx="3291840" cy="256032"/>
          </a:xfrm>
          <a:prstGeom prst="rect">
            <a:avLst/>
          </a:prstGeom>
          <a:solidFill>
            <a:srgbClr val="E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3877056"/>
            <a:ext cx="1481328" cy="25603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444398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주거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4498848"/>
            <a:ext cx="3291840" cy="256032"/>
          </a:xfrm>
          <a:prstGeom prst="rect">
            <a:avLst/>
          </a:prstGeom>
          <a:solidFill>
            <a:srgbClr val="E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4498848"/>
            <a:ext cx="3127248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5065776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쇼핑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5120640"/>
            <a:ext cx="3291840" cy="256032"/>
          </a:xfrm>
          <a:prstGeom prst="rect">
            <a:avLst/>
          </a:prstGeom>
          <a:solidFill>
            <a:srgbClr val="E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80960" y="5120640"/>
            <a:ext cx="1152144" cy="25603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828800"/>
            <a:ext cx="5029200" cy="420624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0574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ADMIN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2606040"/>
            <a:ext cx="4480560" cy="868680"/>
          </a:xfrm>
          <a:prstGeom prst="rect">
            <a:avLst/>
          </a:prstGeom>
          <a:solidFill>
            <a:srgbClr val="27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7157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F6F1"/>
                </a:solidFill>
                <a:latin typeface="Malgun Gothic"/>
              </a:rPr>
              <a:t>회원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99008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algun Gothic"/>
              </a:rPr>
              <a:t>128명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3657600"/>
            <a:ext cx="4480560" cy="868680"/>
          </a:xfrm>
          <a:prstGeom prst="rect">
            <a:avLst/>
          </a:prstGeom>
          <a:solidFill>
            <a:srgbClr val="27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37673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F6F1"/>
                </a:solidFill>
                <a:latin typeface="Malgun Gothic"/>
              </a:rPr>
              <a:t>총 지출액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404164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algun Gothic"/>
              </a:rPr>
              <a:t>42,830,000원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4709160"/>
            <a:ext cx="4480560" cy="868680"/>
          </a:xfrm>
          <a:prstGeom prst="rect">
            <a:avLst/>
          </a:prstGeom>
          <a:solidFill>
            <a:srgbClr val="27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481888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F6F1"/>
                </a:solidFill>
                <a:latin typeface="Malgun Gothic"/>
              </a:rPr>
              <a:t>이번 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509320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algun Gothic"/>
              </a:rPr>
              <a:t>3,150,000원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2918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29184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profiles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(uuid, PK → auth.users)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25496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36392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email (unique)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47288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role: customer | 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4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status: active | suspended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created_at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920240"/>
            <a:ext cx="32918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1920240"/>
            <a:ext cx="329184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9933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expenses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51460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(uuid,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25496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user_id (FK → profiles)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136392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category_id (FK → categories)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447288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amount (numeric, &gt;0)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758184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06908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memo · created_at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1920240"/>
            <a:ext cx="3246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1920240"/>
            <a:ext cx="324612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1993392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514600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(text, PK)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825496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name / icon / color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3136392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고정 8종 · 읽기 전용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447288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(CRUD 없음, seed 데이터)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E8880"/>
                </a:solidFill>
                <a:latin typeface="Malgun Gothic"/>
              </a:rPr>
              <a:t>1:N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E8880"/>
                </a:solidFill>
                <a:latin typeface="Malgun Gothic"/>
              </a:rPr>
              <a:t>N:1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배운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프론트엔드(js/utils.js)를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페이지에 실시간 통계·알림 기능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