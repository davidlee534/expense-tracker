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Malgun Gothic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Malgun Gothic"/>
              </a:rPr>
              <a:t>연간 지출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8F6F1"/>
                </a:solidFill>
                <a:latin typeface="Malgun Gothic"/>
              </a:rPr>
              <a:t>개인 지출 기록 &amp; 관리자 통계 대시보드 웹 서비스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235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DD4BF"/>
                </a:solidFill>
                <a:latin typeface="Malgun Gothic"/>
              </a:rPr>
              <a:t>Vanilla JS · HTML/CSS  →  Supabase (PostgreSQL)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4B6259"/>
                </a:solidFill>
                <a:latin typeface="Malgun Gothic"/>
              </a:rPr>
              <a:t>개인의 지출을 손쉽게 기록하고, 카테고리별·기간별 통계로 소비 패턴을 파악할 수 있는 지출 관리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흐름을 한눈에 파악하기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핵심 가치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간편한 등록 흐름 + 시각적 통계(도넛/막대 차트)로 소비 패턴을 즉시 인지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두 가지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고객은 본인 지출을 기록·조회, 관리자는 회원과 전체 서비스 통계를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FEATURES ·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고객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회원가입 /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이메일·비밀번호 기반, 가입 즉시 자동 로그인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지출 CRUD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등록·조회·수정·삭제 — 기간·카테고리 필터 및 메모 검색 지원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개인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월별/연별 합계, 카테고리 비중을 도넛·막대 차트 토글로 시각화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카테고리 8종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식비·교통·주거·문화/여가·쇼핑·의료·교육·기타 — 모든 사용자 공용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828800"/>
            <a:ext cx="50292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8880"/>
                </a:solidFill>
                <a:latin typeface="Malgun Gothic"/>
              </a:rPr>
              <a:t>이번 달 지출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33172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F766E"/>
                </a:solidFill>
                <a:latin typeface="Malgun Gothic"/>
              </a:rPr>
              <a:t>1,284,000원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2004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식비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3255264"/>
            <a:ext cx="3291840" cy="256032"/>
          </a:xfrm>
          <a:prstGeom prst="rect">
            <a:avLst/>
          </a:prstGeom>
          <a:solidFill>
            <a:srgbClr val="E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3255264"/>
            <a:ext cx="2798064" cy="25603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3822192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교통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877056"/>
            <a:ext cx="3291840" cy="256032"/>
          </a:xfrm>
          <a:prstGeom prst="rect">
            <a:avLst/>
          </a:prstGeom>
          <a:solidFill>
            <a:srgbClr val="E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0" y="3877056"/>
            <a:ext cx="1481328" cy="25603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4443984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주거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4498848"/>
            <a:ext cx="3291840" cy="256032"/>
          </a:xfrm>
          <a:prstGeom prst="rect">
            <a:avLst/>
          </a:prstGeom>
          <a:solidFill>
            <a:srgbClr val="E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4498848"/>
            <a:ext cx="3127248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5065776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쇼핑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0" y="5120640"/>
            <a:ext cx="3291840" cy="256032"/>
          </a:xfrm>
          <a:prstGeom prst="rect">
            <a:avLst/>
          </a:prstGeom>
          <a:solidFill>
            <a:srgbClr val="E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80960" y="5120640"/>
            <a:ext cx="1152144" cy="25603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3A34"/>
                </a:solidFill>
                <a:latin typeface="Malgun Gothic"/>
              </a:rPr>
              <a:t>FEATURES ·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관리자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계정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회원가입 없이 지정된 관리자 계정으로만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전체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전체 회원 수 · 총 지출액 · 이번 달 지출 · 인기 카테고리 TOP 5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이름/이메일 검색, 계정 정지·해제, 상세 화면에서 최근 지출 5건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역할 분리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관리자는 지출 데이터를 직접 등록하지 않고 조회·관리만 수행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828800"/>
            <a:ext cx="5029200" cy="420624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0" y="20574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ADMIN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2606040"/>
            <a:ext cx="4480560" cy="868680"/>
          </a:xfrm>
          <a:prstGeom prst="rect">
            <a:avLst/>
          </a:prstGeom>
          <a:solidFill>
            <a:srgbClr val="274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7157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F6F1"/>
                </a:solidFill>
                <a:latin typeface="Malgun Gothic"/>
              </a:rPr>
              <a:t>회원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99008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algun Gothic"/>
              </a:rPr>
              <a:t>128명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3657600"/>
            <a:ext cx="4480560" cy="868680"/>
          </a:xfrm>
          <a:prstGeom prst="rect">
            <a:avLst/>
          </a:prstGeom>
          <a:solidFill>
            <a:srgbClr val="274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37673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F6F1"/>
                </a:solidFill>
                <a:latin typeface="Malgun Gothic"/>
              </a:rPr>
              <a:t>총 지출액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404164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algun Gothic"/>
              </a:rPr>
              <a:t>42,830,000원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4709160"/>
            <a:ext cx="4480560" cy="868680"/>
          </a:xfrm>
          <a:prstGeom prst="rect">
            <a:avLst/>
          </a:prstGeom>
          <a:solidFill>
            <a:srgbClr val="274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481888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F6F1"/>
                </a:solidFill>
                <a:latin typeface="Malgun Gothic"/>
              </a:rPr>
              <a:t>이번 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509320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algun Gothic"/>
              </a:rPr>
              <a:t>3,150,000원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설계 원칙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코로케이션 (Colocation)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각 페이지의 HTML·CSS·JS를 같은 디렉토리에 평탄하게 배치 — "이 기능을 고치려면 어느 폴더를 보면 되는가?"에 즉시 답할 수 있는 구조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90087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5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62655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역할별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74135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고객은 루트(/, /auth, /expenses, /stats), 관리자는 /admin 하위로 완전히 분리하되 동일한 데이터 계층(js/utils.js)을 공유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05655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23943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078223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클린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3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list / create / edit / index 등 목적이 드러나는 명확한 경로 설계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21223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9511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1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고정 공통 데이터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605271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카테고리는 CRUD 대상이 아닌 고정 참조 데이터로 취급해 데이터 일관성 보장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데이터 모델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2918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29184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profiles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(uuid, PK → auth.users)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25496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36392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email (unique)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47288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role: customer | 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4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status: active | suspended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created_at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1920240"/>
            <a:ext cx="32918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1920240"/>
            <a:ext cx="329184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99339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expenses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51460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(uuid, 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825496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user_id (FK → profiles)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136392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category_id (FK → categories)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447288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amount (numeric, &gt;0)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758184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406908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memo · created_at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1920240"/>
            <a:ext cx="3246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21040" y="1920240"/>
            <a:ext cx="324612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1993392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514600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(text, PK)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825496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name / icon / color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3136392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고정 8종 · 읽기 전용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447288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(CRUD 없음, seed 데이터)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2926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E8880"/>
                </a:solidFill>
                <a:latin typeface="Malgun Gothic"/>
              </a:rPr>
              <a:t>1:N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2926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E8880"/>
                </a:solidFill>
                <a:latin typeface="Malgun Gothic"/>
              </a:rPr>
              <a:t>N:1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TECH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localStorage →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E8880"/>
                </a:solidFill>
                <a:latin typeface="Malgun Gothic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2E2A"/>
                </a:solidFill>
                <a:latin typeface="Malgun Gothic"/>
              </a:rPr>
              <a:t>정적 사이트 + 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백엔드 서버 없이 브라우저에 데이터 저장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비밀번호까지 평문으로 저장 (데모 목적)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브라우저·기기 간 데이터 공유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011680"/>
            <a:ext cx="4937760" cy="3291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Supabase (PostgreSQL)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Supabase Auth로 인증 위임 (평문 비밀번호 제거)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profiles / categories / expenses 3개 테이블 설계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Row Level Security로 행 단위 접근 제어</a:t>
            </a:r>
          </a:p>
        </p:txBody>
      </p:sp>
      <p:sp>
        <p:nvSpPr>
          <p:cNvPr id="14" name="Chevron 13"/>
          <p:cNvSpPr/>
          <p:nvPr/>
        </p:nvSpPr>
        <p:spPr>
          <a:xfrm>
            <a:off x="5715000" y="3291840"/>
            <a:ext cx="731520" cy="54864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보안 &amp; 데이터 무결성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Row Level Security (RLS)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고객은 본인 소유 데이터(profiles/expenses)만 조회·수정 가능, 관리자는 role 기반으로 전체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재귀 없는 관리자 판별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profiles.role을 정책 안에서 직접 조회하면 무한 재귀가 발생 → SECURITY DEFINER 함수(is_admin())로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최소 권한 원칙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Supabase Advisor로 내부 함수의 불필요한 RPC 노출을 점검 → anon/authenticated의 불필요한 EXECUTE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인증 위임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비밀번호 저장·검증을 직접 구현하지 않고 Supabase Auth에 위임해 자체 구현 리스크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협업 워크플로우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feat/shared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feat/auth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feat/core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4108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2377440"/>
            <a:ext cx="2377440" cy="822960"/>
          </a:xfrm>
          <a:prstGeom prst="round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PR 기반 병합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공통 자원 → 인증 → 핵심 기능 순으로 브랜치를 나눠 작업 후 Pull Request로 main에 병합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병합 후 브랜치 정리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머지가 끝난 feat/* 브랜치와 사용하지 않는 master 브랜치를 삭제해 원격 저장소를 깔끔하게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회고 &amp;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배운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정적 데모(localStorage)에서 실제 백엔드(Supabase)로 옮기며 인증·보안을 다시 설계하는 경험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RLS 정책의 재귀 문제를 SECURITY DEFINER 함수 패턴으로 해결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Security Advisor로 보이지 않는 권한 노출까지 점검하는 습관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계정도 Supabase Auth 기반으로 전환 검토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프론트엔드(js/utils.js)를 Supabase 클라이언트 호출로 교체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페이지에 실시간 통계·알림 기능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A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Malgun 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BF"/>
                </a:solidFill>
                <a:latin typeface="Malgun Gothic"/>
              </a:rPr>
              <a:t>연간 지출 관리 · expense-tracker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8F6F1"/>
                </a:solidFill>
                <a:latin typeface="Malgun Gothic"/>
              </a:rPr>
              <a:t>github.com/DavidLee534/expense-tracker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